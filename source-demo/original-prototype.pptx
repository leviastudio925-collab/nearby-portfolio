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欢迎来到我们的产品发布会。今天，我们将向大家介绍一款革命性的产品——智能书桌行李箱。它不仅仅是一个行李箱，更是您的私人移动办公室、智能随行伙伴。通过一键升降，它能瞬间变身为一个70厘米高的标准书桌；凭借先进的AI跟随技术，它能像宠物一样跟在您身后；更可以通过蓝牙远程控制，让一切尽在掌握。让我们一起见证，它如何重塑您的移动办公与出行体验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发布会将分为五个部分。首先，我们将探讨当前移动办公时代的痛点，并阐述我们产品的核心价值。接着，会详细介绍产品的设计理念与四大核心功能。之后，我们会深入解析其精密的硬件架构和先进的软件实现。最后，将分享我们的商业模式与对未来的展望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让我们首先进入第一部分：时代痛点与产品价值。在2026年的今天，移动办公已成为常态，但随之而来的“游牧困境”也日益凸显。我们不禁要问，在这个时代，我们究竟需要一只怎样的行李箱？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页我们来聊聊学生日常出行中遇到的几个小问题。首先是临时学习不方便，出门在外想写作业、看书，却很难找到合适的桌子；其次是拎行李费力，走远路时一直提着或拉着行李特别累；最后是行李箱功能单一，除了装东西，基本没有其他实用功能。这些都是大家在生活中常碰到的困扰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针对这些痛点，我们的解决方案是——智能书桌行李箱。它首先是一个“随时随地的私人移动办公室”，一键升降，让您在任何地方都能拥有舒适的工作空间。其次，它是一个“解放双手的智能随行伙伴”，自动跟随技术让您轻松出行。最后，它通过远程控制，实现了“无缝衔接的高效工作流”，让您的每一分钟都能被高效利用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接下来，让我们进入第二部分，深入了解智能书桌行李箱的产品设计与核心功能。它不仅仅是一个工具，更是您移动生活的全能伴侣。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设计哲学是科技美学与实用主义的完美融合。外观上，我们采用了一体化流线型设计，简洁优雅。材质上，主箱体使用了高强度的PC材料，而升降桌面则采用了航空级铝合金，确保了轻便与坚固。我们还提供了两种经典配色和两种尺寸规格，以满足不同用户的审美和出行需求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作为一款行李箱，它拥有超大的储物空间和智能收纳系统。而它的核心创新在于，通过电动升降，它能变身为一个标准的移动工作站。桌面高度可自由调节，承重能力强，还贴心地设计了杯托、笔槽和散热风扇，让您的移动办公体验更加舒适和高效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本页介绍了设备的三个核心功能：视觉跟随利用K230模块实现人物识别与跟随；蓝牙遥控通过JDY-31模块实现小车的方向控制；升降控制则可通过蓝牙远程调节桌面高度，功能设计朴实且准确。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强大的功能背后，是精密的硬件架构在支撑。现在，让我们进入第三部分，一起探索智能书桌行李箱的坚实骨架。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产品由六大核心硬件模块协同工作。主控模块是它的“大脑”，提供强大的AI算力。运动模块是它的“四肢”，实现灵活移动。感知模块是它的“眼睛”和“触觉”。交互模块是它的“神经”，连接用户。电源模块是它的“心脏”，提供持久动力。升降模块则是实现其核心功能的关键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六大模块不是孤立存在的，而是深度耦合、协同运行的，它们共同构建起了整个产品的坚实硬件底座，确保了设备在算力、移动、感知、交互、续航以及场景适配等方面的全方位能力，为用户带来流畅、智能且实用的使用体验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让我们聚焦于两个最核心的硬件。它的“大脑”是NVIDIA Jetson Orin Nano AI模块，提供了强大的算力支持。它的“心脏”是一块8000mAh的高性能电池，不仅续航持久，支持快充，还能作为移动电源为您的其他设备供电，真正做到了一机多用。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如果说硬件是产品的躯体，那么软件就是它的灵魂。在第四部分，我们将揭示智能书桌行李箱是如何通过先进的软件架构，实现其强大的智能功能的。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页介绍了作品的软件实现逻辑，主要分为视觉跟随、主控制和蓝牙通信三部分。K230负责识别人体并计算位置，STM32作为核心来执行控制指令，蓝牙模块则实现了手机对行李箱的简单遥控，整体设计简洁，符合学生作品的制作思路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页主要介绍了作品的特点、后续的改进方向以及制作过程中的心得体会。作品结合了行李箱与书桌功能，解决了实际痛点；后续将在结构稳定性和功能丰富度上继续优化；制作过程也让我掌握了多项技术，提升了实践能力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感谢各位的聆听。智能书桌行李箱，是我们对未来移动生活的一次大胆探索。我们相信，它将为您的工作和生活带来前所未有的自由与便捷。让我们一起，共创智能出行的新未来。谢谢大家！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540000"/>
            <a:ext cx="1016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0" tIns="127000" rIns="254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智能书桌行李箱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4064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学生科技创新作品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5080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9500" y="5461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778000" y="5334000"/>
            <a:ext cx="215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①一键升降书桌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5080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62500" y="5461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5461000" y="5334000"/>
            <a:ext cx="215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②AI视觉跟随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0" y="5080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45500" y="5461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9144000" y="5334000"/>
            <a:ext cx="215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③蓝牙遥控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334000"/>
            <a:ext cx="1905000" cy="1905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 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76200" cy="8636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92200" y="1701800"/>
            <a:ext cx="101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1651000"/>
            <a:ext cx="9017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时代痛点与产品价值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为何需要一只“活”的行李箱？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489200"/>
            <a:ext cx="1066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2489200"/>
            <a:ext cx="76200" cy="8636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92200" y="2667000"/>
            <a:ext cx="101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86000" y="2616200"/>
            <a:ext cx="9017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产品设计与核心功能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移动生活的全能伴侣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454400"/>
            <a:ext cx="1066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3454400"/>
            <a:ext cx="76200" cy="8636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92200" y="3632200"/>
            <a:ext cx="101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286000" y="3581400"/>
            <a:ext cx="9017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硬件架构解析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智能伙伴的坚实骨架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19600"/>
            <a:ext cx="1066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419600"/>
            <a:ext cx="76200" cy="8636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92200" y="4597400"/>
            <a:ext cx="101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286000" y="4546600"/>
            <a:ext cx="9017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软件架构与智能实现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赋予冰冷硬件以灵魂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384800"/>
            <a:ext cx="1066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5384800"/>
            <a:ext cx="76200" cy="8636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92200" y="5562600"/>
            <a:ext cx="101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286000" y="5511800"/>
            <a:ext cx="9017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商业模式与未来展望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开启智能出行新纪元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时代痛点与产品价值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 spc="2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为何需要一只“活”的行李箱？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日常出行遇到的小问题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78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65200" y="3302000"/>
            <a:ext cx="29718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📖 临时学习不方便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54100" y="4064000"/>
            <a:ext cx="2794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外出时经常需要临时写作业、看书，但很难找到合适的桌子。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651000"/>
            <a:ext cx="3378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10100" y="3302000"/>
            <a:ext cx="29718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🧳 拎行李费力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4064000"/>
            <a:ext cx="2794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携带行李走远路时，一直拎着或拉着比较累人。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51800" y="1651000"/>
            <a:ext cx="3378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255000" y="3302000"/>
            <a:ext cx="29718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📦 功能单一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43900" y="4064000"/>
            <a:ext cx="2794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普通行李箱只能装东西，没有其他实用功能。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我们的解决方案：智能书桌行李箱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6000" y="2159000"/>
            <a:ext cx="635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715000" y="2349500"/>
            <a:ext cx="508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可升降书桌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2730500"/>
            <a:ext cx="5080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行李箱上表面可升降至70cm高度，展开后可作为书桌使用。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826000" y="3683000"/>
            <a:ext cx="635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715000" y="3873500"/>
            <a:ext cx="508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智能跟随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15000" y="4254500"/>
            <a:ext cx="5080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通过摄像头识别主人，自动控制车轮跟随人物移动。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26000" y="5207000"/>
            <a:ext cx="635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715000" y="5397500"/>
            <a:ext cx="508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蓝牙遥控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15000" y="5778500"/>
            <a:ext cx="5080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可通过蓝牙远程控制小车行进方向和桌面升降。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产品设计与核心功能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 spc="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移动生活的全能伴侣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51000" y="2159000"/>
            <a:ext cx="8890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762000" tIns="508000" rIns="762000" bIns="5080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作品设计思路</a:t>
            </a:r>
            <a:endParaRPr lang="en-US" sz="1100"/>
          </a:p>
          <a:p>
            <a:pPr marL="0" indent="0" algn="ctr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本作品以普通行李箱为基础，在不改变行李箱原有收纳功能的前提下，增加了电动升降桌面、自动跟随和蓝牙遥控功能，结构简单实用，满足学生出行和临时学习的需求。</a:t>
            </a:r>
            <a:endParaRPr lang="en-US" sz="18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行李箱与移动工作站核心功能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524000" y="2032000"/>
            <a:ext cx="9144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05000" y="2463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667000" y="2286000"/>
            <a:ext cx="762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基础行李箱功能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667000" y="2730500"/>
            <a:ext cx="762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保留普通行李箱的收纳和移动功能，可正常作为行李箱使用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3683000"/>
            <a:ext cx="9144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05000" y="4114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2667000" y="3937000"/>
            <a:ext cx="762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电动升降书桌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67000" y="4381500"/>
            <a:ext cx="762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行李箱上表面可电动升降，升起后高度为70cm，可作为书桌使用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24000" y="5334000"/>
            <a:ext cx="9144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05000" y="5765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2667000" y="5588000"/>
            <a:ext cx="762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简单实用设计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667000" y="6032500"/>
            <a:ext cx="762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结构简单可靠，操作方便，满足日常出行和临时学习需求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智能随行与远程控制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2159000"/>
            <a:ext cx="10160000" cy="1397000"/>
          </a:xfrm>
          <a:prstGeom prst="roundRect">
            <a:avLst>
              <a:gd name="adj" fmla="val 14545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76200" cy="1397000"/>
          </a:xfrm>
          <a:prstGeom prst="roundRect">
            <a:avLst>
              <a:gd name="adj" fmla="val 266666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97000" y="2603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286000" y="2413000"/>
            <a:ext cx="863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视觉跟随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2857500"/>
            <a:ext cx="863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通过K230视觉模块的摄像头识别人物，控制直流电机驱动车轮跟随人物移动。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810000"/>
            <a:ext cx="10160000" cy="1397000"/>
          </a:xfrm>
          <a:prstGeom prst="roundRect">
            <a:avLst>
              <a:gd name="adj" fmla="val 14545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810000"/>
            <a:ext cx="76200" cy="1397000"/>
          </a:xfrm>
          <a:prstGeom prst="roundRect">
            <a:avLst>
              <a:gd name="adj" fmla="val 266666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97000" y="4254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2286000" y="4064000"/>
            <a:ext cx="863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蓝牙遥控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86000" y="4508500"/>
            <a:ext cx="863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使用JDY-31蓝牙模块，可远程控制小车前进、后退、左转、右转。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5461000"/>
            <a:ext cx="10160000" cy="1397000"/>
          </a:xfrm>
          <a:prstGeom prst="roundRect">
            <a:avLst>
              <a:gd name="adj" fmla="val 14545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461000"/>
            <a:ext cx="76200" cy="1397000"/>
          </a:xfrm>
          <a:prstGeom prst="roundRect">
            <a:avLst>
              <a:gd name="adj" fmla="val 266666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97000" y="5905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2286000" y="5715000"/>
            <a:ext cx="863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升降控制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86000" y="6159500"/>
            <a:ext cx="863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通过蓝牙也可以远程控制桌面的升起和降下。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硬件架构解析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solidFill>
              <a:srgbClr val="1F67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 spc="2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智能伙伴的坚实骨架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六大硬件模块协同工作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08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18796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498600" y="1879600"/>
            <a:ext cx="254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主控模块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349500"/>
            <a:ext cx="2921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采用STM32单片机作为核心控制器，负责所有指令的处理和执行。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651000"/>
            <a:ext cx="508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35500" y="18796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5118100" y="1879600"/>
            <a:ext cx="254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运动模块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2349500"/>
            <a:ext cx="2921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大功率直流电机驱动模块，驱动车轮实现小车的前后左右移动。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1651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01000" y="1651000"/>
            <a:ext cx="508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55000" y="18796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8737600" y="1879600"/>
            <a:ext cx="254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视觉模块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55000" y="2349500"/>
            <a:ext cx="2921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采用K230视觉模块，通过摄像头识别人物，实现跟随功能。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3746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3746500"/>
            <a:ext cx="508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39751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1498600" y="3975100"/>
            <a:ext cx="254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蓝牙模块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4445000"/>
            <a:ext cx="29337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采用JDY-31蓝牙模块，实现无线遥控功能。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381500" y="3746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381500" y="3746500"/>
            <a:ext cx="508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35500" y="39751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8" name="AutoShape 28"/>
          <p:cNvSpPr/>
          <p:nvPr/>
        </p:nvSpPr>
        <p:spPr>
          <a:xfrm>
            <a:off x="5118100" y="3975100"/>
            <a:ext cx="254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电源模块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635500" y="4445000"/>
            <a:ext cx="2921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采用2200mAh 3S动力电池，通过LM2596电源模块稳压供电。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001000" y="3746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001000" y="3746500"/>
            <a:ext cx="508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55000" y="39751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3" name="AutoShape 33"/>
          <p:cNvSpPr/>
          <p:nvPr/>
        </p:nvSpPr>
        <p:spPr>
          <a:xfrm>
            <a:off x="8737600" y="3975100"/>
            <a:ext cx="254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升降模块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255000" y="4445000"/>
            <a:ext cx="2921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电动推杆结构，实现桌面的升降控制。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" y="56515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52500" y="5778500"/>
            <a:ext cx="10287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本作品采用模块化设计，所有模块均为常用电子元器件，电路结构清晰，制作成本低廉，适合学生科技制作。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3556000"/>
            <a:ext cx="2540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核心硬件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064000" y="2794000"/>
            <a:ext cx="6096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381000" tIns="254000" rIns="381000" bIns="254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主控单元：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STM32单片机，作为系统核心控制器，负责处理所有指令和控制各个模块工作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电源系统：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采用2200mAh 3S动力电池供电，通过LM2596电源模块进行稳压，为各个模块提供稳定的电源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软件架构与智能实现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270500"/>
            <a:ext cx="1219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赋予冰冷硬件以灵魂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软件架构与智能实现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941" r="941"/>
          <a:stretch>
            <a:fillRect/>
          </a:stretch>
        </p:blipFill>
        <p:spPr>
          <a:xfrm>
            <a:off x="762000" y="2032000"/>
            <a:ext cx="43180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588000" y="2032000"/>
            <a:ext cx="5080000" cy="355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视觉跟随逻辑</a:t>
            </a:r>
            <a:endParaRPr lang="en-US" sz="1100"/>
          </a:p>
          <a:p>
            <a:pPr marL="0" indent="0" algn="l">
              <a:lnSpc>
                <a:spcPct val="108000"/>
              </a:lnSpc>
              <a:spcAft>
                <a:spcPts val="1200"/>
              </a:spcAft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K230视觉模块运行人体识别程序，识别到人体后计算位置偏差，发送指令给STM32控制电机跟随。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spcAft>
                <a:spcPts val="800"/>
              </a:spcAft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主控制逻辑</a:t>
            </a:r>
            <a:endParaRPr lang="en-US" sz="16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Aft>
                <a:spcPts val="1200"/>
              </a:spcAft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STM32单片机作为主控，接收K230的跟随指令和蓝牙模块的遥控指令，控制电机和升降机构。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spcAft>
                <a:spcPts val="800"/>
              </a:spcAft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蓝牙通信逻辑</a:t>
            </a:r>
            <a:endParaRPr lang="en-US" sz="16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JDY-31蓝牙模块与手机配对后，接收手机指令，实现前进、后退、左转、右转和升降控制。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905500"/>
            <a:ext cx="1016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本项目的软件部分，主要是把K230视觉模块、STM32主控和蓝牙模块结合起来，实现了行李箱的视觉跟随和蓝牙遥控功能，操作逻辑简单易懂。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作品特点与制作总结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78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65200" y="3556000"/>
            <a:ext cx="29718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作品特点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4064000"/>
            <a:ext cx="2971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本作品结构简单，功能实用，将普通行李箱与书桌功能结合，解决了出行时临时需要办公学习的痛点。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651000"/>
            <a:ext cx="3378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10100" y="3556000"/>
            <a:ext cx="29718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改进方向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10100" y="4064000"/>
            <a:ext cx="2971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后续可继续优化升降结构的稳定性，优化视觉跟随的识别准确率，增加更多实用功能。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51800" y="1651000"/>
            <a:ext cx="3378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255000" y="3556000"/>
            <a:ext cx="29718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制作心得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55000" y="4064000"/>
            <a:ext cx="2971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通过本次制作，掌握了STM32单片机开发、电机驱动、蓝牙通信和视觉识别的基本应用，提高了动手实践能力。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12700" cap="flat" cmpd="sng">
            <a:solidFill>
              <a:srgbClr val="1A171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12700" cap="flat" cmpd="sng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共创智能出行新未来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651500"/>
            <a:ext cx="1219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智能书桌行李箱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1529</Words>
  <Application>WPS 演示</Application>
  <PresentationFormat/>
  <Paragraphs>179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Songti SC</vt:lpstr>
      <vt:lpstr>SWAstro</vt:lpstr>
      <vt:lpstr>微软雅黑</vt:lpstr>
      <vt:lpstr>Arial Unicode MS</vt:lpstr>
      <vt:lpstr>Songti SC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余归、</cp:lastModifiedBy>
  <cp:revision>1</cp:revision>
  <dcterms:created xsi:type="dcterms:W3CDTF">2026-07-26T03:11:51Z</dcterms:created>
  <dcterms:modified xsi:type="dcterms:W3CDTF">2026-07-26T03:11:51Z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{"Label":"1","ContentProducer":"001191110102MACQD9K64010000","ProduceID":"7666668908044094452","ReservedCode1":"","ContentPropagator":"","PropagateID":"","ReservedCode2":""}</vt:lpwstr>
  </property>
  <property fmtid="{D5CDD505-2E9C-101B-9397-08002B2CF9AE}" pid="3" name="ICV">
    <vt:lpwstr>CB163FBAEF7A411F9A40AA5461331E7D_13</vt:lpwstr>
  </property>
  <property fmtid="{D5CDD505-2E9C-101B-9397-08002B2CF9AE}" pid="4" name="KSOProductBuildVer">
    <vt:lpwstr>2052-12.1.0.26895</vt:lpwstr>
  </property>
</Properties>
</file>